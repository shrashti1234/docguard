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ec3ca5313449e" /><Relationship Type="http://schemas.openxmlformats.org/officeDocument/2006/relationships/extended-properties" Target="/docProps/app.xml" Id="R7c27794cebf04ed0" /><Relationship Type="http://schemas.openxmlformats.org/officeDocument/2006/relationships/officeDocument" Target="/ppt/presentation.xml" Id="R4718dafc720f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6fb1ca0194925"/>
  </p:sldMasterIdLst>
  <p:notesMasterIdLst>
    <p:notesMasterId xmlns:r="http://schemas.openxmlformats.org/officeDocument/2006/relationships" r:id="Ra8399526b99546ea"/>
  </p:notesMasterIdLst>
  <p:sldIdLst>
    <p:sldId xmlns:r="http://schemas.openxmlformats.org/officeDocument/2006/relationships" id="256" r:id="Ref962d7dfdab4015"/>
    <p:sldId xmlns:r="http://schemas.openxmlformats.org/officeDocument/2006/relationships" id="257" r:id="R90b991ddc42143fa"/>
    <p:sldId xmlns:r="http://schemas.openxmlformats.org/officeDocument/2006/relationships" id="258" r:id="R4a158213155046da"/>
    <p:sldId xmlns:r="http://schemas.openxmlformats.org/officeDocument/2006/relationships" id="259" r:id="Raab895f037684b23"/>
    <p:sldId xmlns:r="http://schemas.openxmlformats.org/officeDocument/2006/relationships" id="260" r:id="Ra8766a9b65a24ed9"/>
    <p:sldId xmlns:r="http://schemas.openxmlformats.org/officeDocument/2006/relationships" id="261" r:id="Rcf33395535f74a85"/>
    <p:sldId xmlns:r="http://schemas.openxmlformats.org/officeDocument/2006/relationships" id="262" r:id="Rb19792b625a74596"/>
    <p:sldId xmlns:r="http://schemas.openxmlformats.org/officeDocument/2006/relationships" id="263" r:id="R5bbadbe73c764b85"/>
    <p:sldId xmlns:r="http://schemas.openxmlformats.org/officeDocument/2006/relationships" id="264" r:id="R2fe1fc5b060d40ea"/>
    <p:sldId xmlns:r="http://schemas.openxmlformats.org/officeDocument/2006/relationships" id="265" r:id="R38efb55340424526"/>
    <p:sldId xmlns:r="http://schemas.openxmlformats.org/officeDocument/2006/relationships" id="266" r:id="R75c52141808143fd"/>
    <p:sldId xmlns:r="http://schemas.openxmlformats.org/officeDocument/2006/relationships" id="267" r:id="Ra033919cdcbb4cd3"/>
    <p:sldId xmlns:r="http://schemas.openxmlformats.org/officeDocument/2006/relationships" id="268" r:id="R8fbc4da6a55949e3"/>
    <p:sldId xmlns:r="http://schemas.openxmlformats.org/officeDocument/2006/relationships" id="269" r:id="Rceabc1a4ea75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9ce05e50e4e0e" /><Relationship Type="http://schemas.openxmlformats.org/officeDocument/2006/relationships/slideMaster" Target="/ppt/slideMasters/slideMaster1.xml" Id="R2dd6fb1ca0194925" /><Relationship Type="http://schemas.openxmlformats.org/officeDocument/2006/relationships/notesMaster" Target="/ppt/notesMasters/notesMaster1.xml" Id="Ra8399526b99546ea" /><Relationship Type="http://schemas.openxmlformats.org/officeDocument/2006/relationships/presProps" Target="/ppt/presProps.xml" Id="Ra6b574865f9f44e2" /><Relationship Type="http://schemas.openxmlformats.org/officeDocument/2006/relationships/tableStyles" Target="/ppt/tableStyles.xml" Id="R46fc958a4912461f" /><Relationship Type="http://schemas.openxmlformats.org/officeDocument/2006/relationships/slide" Target="/ppt/slides/slide1.xml" Id="Ref962d7dfdab4015" /><Relationship Type="http://schemas.openxmlformats.org/officeDocument/2006/relationships/slide" Target="/ppt/slides/slide2.xml" Id="R90b991ddc42143fa" /><Relationship Type="http://schemas.openxmlformats.org/officeDocument/2006/relationships/slide" Target="/ppt/slides/slide3.xml" Id="R4a158213155046da" /><Relationship Type="http://schemas.openxmlformats.org/officeDocument/2006/relationships/slide" Target="/ppt/slides/slide4.xml" Id="Raab895f037684b23" /><Relationship Type="http://schemas.openxmlformats.org/officeDocument/2006/relationships/slide" Target="/ppt/slides/slide5.xml" Id="Ra8766a9b65a24ed9" /><Relationship Type="http://schemas.openxmlformats.org/officeDocument/2006/relationships/slide" Target="/ppt/slides/slide6.xml" Id="Rcf33395535f74a85" /><Relationship Type="http://schemas.openxmlformats.org/officeDocument/2006/relationships/slide" Target="/ppt/slides/slide7.xml" Id="Rb19792b625a74596" /><Relationship Type="http://schemas.openxmlformats.org/officeDocument/2006/relationships/slide" Target="/ppt/slides/slide8.xml" Id="R5bbadbe73c764b85" /><Relationship Type="http://schemas.openxmlformats.org/officeDocument/2006/relationships/slide" Target="/ppt/slides/slide9.xml" Id="R2fe1fc5b060d40ea" /><Relationship Type="http://schemas.openxmlformats.org/officeDocument/2006/relationships/slide" Target="/ppt/slides/slide10.xml" Id="R38efb55340424526" /><Relationship Type="http://schemas.openxmlformats.org/officeDocument/2006/relationships/slide" Target="/ppt/slides/slide11.xml" Id="R75c52141808143fd" /><Relationship Type="http://schemas.openxmlformats.org/officeDocument/2006/relationships/slide" Target="/ppt/slides/slide12.xml" Id="Ra033919cdcbb4cd3" /><Relationship Type="http://schemas.openxmlformats.org/officeDocument/2006/relationships/slide" Target="/ppt/slides/slide13.xml" Id="R8fbc4da6a55949e3" /><Relationship Type="http://schemas.openxmlformats.org/officeDocument/2006/relationships/slide" Target="/ppt/slides/slide14.xml" Id="Rceabc1a4ea75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465513723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342c6765b443d" /><Relationship Type="http://schemas.openxmlformats.org/officeDocument/2006/relationships/notesMaster" Target="/ppt/notesMasters/notesMaster1.xml" Id="Rb12520d8850a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fcddd4aab4e29" /><Relationship Type="http://schemas.openxmlformats.org/officeDocument/2006/relationships/notesMaster" Target="/ppt/notesMasters/notesMaster1.xml" Id="Rf050581263364d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f4ef555ac478c" /><Relationship Type="http://schemas.openxmlformats.org/officeDocument/2006/relationships/notesMaster" Target="/ppt/notesMasters/notesMaster1.xml" Id="Rba17b2dab1fd4d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c146d953274cc2" /><Relationship Type="http://schemas.openxmlformats.org/officeDocument/2006/relationships/notesMaster" Target="/ppt/notesMasters/notesMaster1.xml" Id="Re184871c5cc7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e3bf9872f411b" /><Relationship Type="http://schemas.openxmlformats.org/officeDocument/2006/relationships/notesMaster" Target="/ppt/notesMasters/notesMaster1.xml" Id="R1234a87ff99447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0213a98a44bab" /><Relationship Type="http://schemas.openxmlformats.org/officeDocument/2006/relationships/notesMaster" Target="/ppt/notesMasters/notesMaster1.xml" Id="R08bd2d17f6e8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c348c99bb0401a" /><Relationship Type="http://schemas.openxmlformats.org/officeDocument/2006/relationships/notesMaster" Target="/ppt/notesMasters/notesMaster1.xml" Id="R5be0202c0e0641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1d7473fb124bda" /><Relationship Type="http://schemas.openxmlformats.org/officeDocument/2006/relationships/notesMaster" Target="/ppt/notesMasters/notesMaster1.xml" Id="Rfdea7b1d809b42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4f6db960954a33" /><Relationship Type="http://schemas.openxmlformats.org/officeDocument/2006/relationships/notesMaster" Target="/ppt/notesMasters/notesMaster1.xml" Id="R4441b2330b594c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cac6432d2b4ee9" /><Relationship Type="http://schemas.openxmlformats.org/officeDocument/2006/relationships/notesMaster" Target="/ppt/notesMasters/notesMaster1.xml" Id="R187a1bbbf9b149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5bf0c1f18b4794" /><Relationship Type="http://schemas.openxmlformats.org/officeDocument/2006/relationships/notesMaster" Target="/ppt/notesMasters/notesMaster1.xml" Id="R100bc21d5c5a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ddb4067eaf4357" /><Relationship Type="http://schemas.openxmlformats.org/officeDocument/2006/relationships/notesMaster" Target="/ppt/notesMasters/notesMaster1.xml" Id="R7f08de9f63e84f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4590f1fd9043f4" /><Relationship Type="http://schemas.openxmlformats.org/officeDocument/2006/relationships/notesMaster" Target="/ppt/notesMasters/notesMaster1.xml" Id="Recc2774f54a14f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a007556cb945ea" /><Relationship Type="http://schemas.openxmlformats.org/officeDocument/2006/relationships/notesMaster" Target="/ppt/notesMasters/notesMaster1.xml" Id="Rc0c49bd191be45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docs/DATASET.md and data/synthetic_v2. DocTamper was considered but not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references: https://arxiv.org/abs/1505.04597 and https://arxiv.org/abs/2105.15203. Encoder: https://huggingface.co/nvidia/mit-b0. Custom decoder differs from official SegFormer 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deliverables/model_comparison.json and runs/*/test_metrics.json. Global aggregate pixel metrics, not averaged per-image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deliverables/robustness/results.json. Fixed weights and thresholds, 180 images per condition per model. Screenshot proxy is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docs/TEAM_SETUP_AND_VIVA.md. Never interpret positive area as probability or present this prototype as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CPU four threads, batch one, three warmups, twenty repetitions. Test evidence in deliverables/app_preview.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https://arxiv.org/abs/1505.04597 ; https://arxiv.org/abs/2105.15203 ; https://huggingface.co/nvidia/mit-b0 . Repository https://github.com/Shrashti1234/Docguard. Proposed improvements are not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beff935634c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42b6ab9c942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92551c5794b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37ed247fa46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00d9f61b5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d7c980d59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EBBC3E-E01D-44BA-B656-FD6546242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74B77E-CB21-4A4C-8F54-8E8CB43239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CA2BBD-2914-48E5-AF4F-8C9245CDE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93CB96-B6DF-40B1-86B2-E16DDD9D0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0A3361-BB6A-45E3-8BBB-A7B26C401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4AA3D1-544A-4EFB-A832-835CA71FC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1B61CF-13CA-4FAC-9E5C-5AC5F53AB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6BED43-9246-4EDA-A301-46AAB4C12B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5D17B3-DFED-4B97-85CB-D533BED2E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E512FC-56B5-485A-828B-09AA46D9D6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78979e16a44ef" /><Relationship Type="http://schemas.openxmlformats.org/officeDocument/2006/relationships/slideLayout" Target="/ppt/slideLayouts/slideLayout1.xml" Id="R51fe926b32744e04" /><Relationship Type="http://schemas.openxmlformats.org/officeDocument/2006/relationships/slideLayout" Target="/ppt/slideLayouts/slideLayout2.xml" Id="Rd012bfa109b64a9e" /><Relationship Type="http://schemas.openxmlformats.org/officeDocument/2006/relationships/slideLayout" Target="/ppt/slideLayouts/slideLayout3.xml" Id="R4aed9fb7e2414818" /><Relationship Type="http://schemas.openxmlformats.org/officeDocument/2006/relationships/slideLayout" Target="/ppt/slideLayouts/slideLayout4.xml" Id="Rffb5475867a849e0" /><Relationship Type="http://schemas.openxmlformats.org/officeDocument/2006/relationships/slideLayout" Target="/ppt/slideLayouts/slideLayout5.xml" Id="R4bec609fc04b4fb9" /><Relationship Type="http://schemas.openxmlformats.org/officeDocument/2006/relationships/slideLayout" Target="/ppt/slideLayouts/slideLayout6.xml" Id="Rb34b26457cf7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e926b32744e04"/>
    <p:sldLayoutId xmlns:r="http://schemas.openxmlformats.org/officeDocument/2006/relationships" id="2147483650" r:id="Rd012bfa109b64a9e"/>
    <p:sldLayoutId xmlns:r="http://schemas.openxmlformats.org/officeDocument/2006/relationships" id="2147483651" r:id="R4aed9fb7e2414818"/>
    <p:sldLayoutId xmlns:r="http://schemas.openxmlformats.org/officeDocument/2006/relationships" id="2147483652" r:id="Rffb5475867a849e0"/>
    <p:sldLayoutId xmlns:r="http://schemas.openxmlformats.org/officeDocument/2006/relationships" id="2147483653" r:id="R4bec609fc04b4fb9"/>
    <p:sldLayoutId xmlns:r="http://schemas.openxmlformats.org/officeDocument/2006/relationships" id="2147483654" r:id="Rb34b26457cf7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2a6b1cf144ccd" /><Relationship Type="http://schemas.openxmlformats.org/officeDocument/2006/relationships/notesSlide" Target="/ppt/notesSlides/notesSlide1.xml" Id="Re16653195716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8d79279ec4ccf" /><Relationship Type="http://schemas.openxmlformats.org/officeDocument/2006/relationships/notesSlide" Target="/ppt/notesSlides/notesSlide2.xml" Id="R5d4f6af96870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05dc0064048af" /><Relationship Type="http://schemas.openxmlformats.org/officeDocument/2006/relationships/notesSlide" Target="/ppt/notesSlides/notesSlide3.xml" Id="Ra1c79fe4a8ac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037e937b34f78" /><Relationship Type="http://schemas.openxmlformats.org/officeDocument/2006/relationships/notesSlide" Target="/ppt/notesSlides/notesSlide4.xml" Id="R9a08d221030f49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2a354a6884e4f" /><Relationship Type="http://schemas.openxmlformats.org/officeDocument/2006/relationships/notesSlide" Target="/ppt/notesSlides/notesSlide5.xml" Id="R628df037152b4d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a4b00a5a74bdd" /><Relationship Type="http://schemas.openxmlformats.org/officeDocument/2006/relationships/notesSlide" Target="/ppt/notesSlides/notesSlide6.xml" Id="R7fc8a37920ee4e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595e45dd44c51" /><Relationship Type="http://schemas.openxmlformats.org/officeDocument/2006/relationships/notesSlide" Target="/ppt/notesSlides/notesSlide7.xml" Id="R5278cdaa77244c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36feb1d4a4827" /><Relationship Type="http://schemas.openxmlformats.org/officeDocument/2006/relationships/notesSlide" Target="/ppt/notesSlides/notesSlide8.xml" Id="Rbebfc35271d046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8a29212f6484e" /><Relationship Type="http://schemas.openxmlformats.org/officeDocument/2006/relationships/image" Target="/ppt/media/image.png" Id="R951da1d99a3a4336" /><Relationship Type="http://schemas.openxmlformats.org/officeDocument/2006/relationships/notesSlide" Target="/ppt/notesSlides/notesSlide9.xml" Id="Rf1b054eab02441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a0cb035d644bf" /><Relationship Type="http://schemas.openxmlformats.org/officeDocument/2006/relationships/image" Target="/ppt/media/image2.png" Id="Rf82347bc45d0419c" /><Relationship Type="http://schemas.openxmlformats.org/officeDocument/2006/relationships/notesSlide" Target="/ppt/notesSlides/notesSlide10.xml" Id="R3e8f43c0f1544c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229e0c263460d" /><Relationship Type="http://schemas.openxmlformats.org/officeDocument/2006/relationships/notesSlide" Target="/ppt/notesSlides/notesSlide11.xml" Id="R457c8526a0954c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191c20ffb4a79" /><Relationship Type="http://schemas.openxmlformats.org/officeDocument/2006/relationships/notesSlide" Target="/ppt/notesSlides/notesSlide12.xml" Id="Rcee4b736e8894e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8912a87224ac5" /><Relationship Type="http://schemas.openxmlformats.org/officeDocument/2006/relationships/notesSlide" Target="/ppt/notesSlides/notesSlide13.xml" Id="Re7902669945d44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54e2c53ee43c3" /><Relationship Type="http://schemas.openxmlformats.org/officeDocument/2006/relationships/notesSlide" Target="/ppt/notesSlides/notesSlide14.xml" Id="R1c9c2cd1c5d24b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09DDC-C43D-483F-A4A7-A688E060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C6C7-D935-4EA7-BA3A-598BD610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DocGuard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348F6-2185-417F-BFCD-0A4755D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Document tampering localization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CNN and Transformer 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Deep Learning and GenAI  |  CS312B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B.Tech CS  |  Semester 5  |  Section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B698E-0E57-4414-84DC-43A626A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FC02C-C832-4928-BCA7-FAA1184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5286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Shrashti Agarwal  ·  2400290120240</a:t>
            </a:r>
          </a:p>
          <a:p xmlns:a="http://schemas.openxmlformats.org/drawingml/2006/main">
            <a: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Saumya Tiwari  ·  2400240120230</a:t>
            </a:r>
          </a:p>
          <a:p xmlns:a="http://schemas.openxmlformats.org/drawingml/2006/main">
            <a:pPr>
              <a:defRPr sz="157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Subrat Singh  ·  2400290120250</a:t>
            </a:r>
          </a:p>
        </p:txBody>
      </p:sp>
    </p:spTree>
    <p:extLst>
      <p:ext uri="{BB962C8B-B14F-4D97-AF65-F5344CB8AC3E}">
        <p14:creationId xmlns:p14="http://schemas.microsoft.com/office/powerpoint/2010/main" val="2029169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24B67-3441-4014-A98F-0D2029D9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54163-7EA7-4876-9606-15065C7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B5B16-D1E0-4BBF-820A-5CA7D8C7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 page label does not explain where an edit occurred.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Goal: predict suspicious regions and make them reviewable.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Scope: controlled research on synthetic receipts.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Real document detection accuracy is not established.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0B530-6ED0-4E82-902F-90B12DE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255957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6C0A8-E95D-4F38-94A3-10A5FF86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782C5-6061-4EDA-9144-BF99D43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From document to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32816-8B58-4A39-A18B-4EA0173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Upload image or PDF  →  select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Normalize and resize  →  CNN or Transformer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Pixel scores  →  fixed validation threshold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Overlay and heatmap  →  PNG, PDF and ZIP exports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7CC2F-10C3-45A4-B373-8AD0D38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1827946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6918-15C1-4E70-B86D-56585618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16AE3-856D-491F-9827-BC74135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A controlled synthetic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DD301-840B-424A-953A-F53306B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600 fictional receipt sources → 1,200 images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840 train  /  180 validation  /  180 test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Source identities and layout configurations are disjoint.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Authentic and edited images share acquisition variation.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Masks label edited rectangles, not individual characters.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1E61D-C9A6-4150-B409-ED06483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777013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379BD-90AB-4E6E-8F1A-9B743DA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3CF12-6FAB-4764-BE7B-355DBC8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Two segmentation approaches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F0838-C12C-452F-A2C9-D4559FC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Compact CNN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30,081 parameters; local feature extraction and skip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MiT B0 Transformer plus custom multiscale decoder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3,349,377 parameters; ImageNet pretrained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Compared frozen encoder and full fine tuning. No GAN trained.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4C8CA-2BEF-4D18-9D0C-460C489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657061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6696-1BA1-4220-818B-9BD4C5D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BC4EA-6DDB-47C8-851B-3EDEB063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Training and fair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ACE5C-5CFA-47ED-8160-B7D40429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Three CPU epochs  |  160 × 200 input  |  batch 8  |  seed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Binary cross entropy plus positive document Dice loss.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Checkpoint and thresholds selected on validation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Global pixel precision, recall, F1 and IoU on 180 test images.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Planned longer Colab training has not been executed.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BA14D-5564-49C3-8A60-D3645A7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1963246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A072B-287C-4F8A-92E7-0704546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11889-DCBE-402A-A210-74C5B92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Actual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6F86C-045A-4685-AEE7-0271CE2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19A48-88E4-4CC7-8270-F2A2F65A6AE6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53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714500"/>
                <a:gridCol w="1714500"/>
                <a:gridCol w="1714500"/>
                <a:gridCol w="1714500"/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IoU</a:t>
                      </a:r>
                    </a:p>
                  </a:txBody>
                  <a:tcPr marL="91440" marR="91440" marT="45720" marB="45720">
                    <a:solidFill>
                      <a:srgbClr val="142D4E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0.1878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0.3565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0.2460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0.1403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Frozen Transformer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0.1330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0.6283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0.2195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0.1233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Fine tuned Transformer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0.1691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0.3538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0.2288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0.1292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D654C-419F-4B80-BDAA-23BAAF59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The Transformer did not outperform CNN global pixel F1.</a:t>
            </a:r>
          </a:p>
        </p:txBody>
      </p:sp>
    </p:spTree>
    <p:extLst>
      <p:ext uri="{BB962C8B-B14F-4D97-AF65-F5344CB8AC3E}">
        <p14:creationId xmlns:p14="http://schemas.microsoft.com/office/powerpoint/2010/main" val="1158172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7AF06-570F-4260-97B1-76D2AE9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F541C-EDAB-4522-BCDB-694B1EB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False positives are the main limitation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30F34-D520-41BB-8F89-1CCFACF7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Authentic test pages incorrectly flagged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CNN: 90 / 90  ·  100%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Fine tuned Transformer: 77 / 90  ·  85.6%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Flag rule: at least 0.1% of model pixels predicted positive.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Highlighted area is not a fraud probability.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D3368-EF4F-4BA0-A01B-513E8F1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11281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5E23-12A7-4672-B102-07AC417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DCAD9-C319-4072-95A0-5826A433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Robustness under acquisition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A03A7-AEE3-4470-9AD0-E0CFA51A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6419B-E2F1-4AB3-988E-3FAF4C28C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da1d99a3a4336"/>
          <a:stretch xmlns:a="http://schemas.openxmlformats.org/drawingml/2006/main"/>
        </p:blipFill>
        <p:spPr>
          <a:xfrm xmlns:a="http://schemas.openxmlformats.org/drawingml/2006/main">
            <a:off x="1228725" y="2000250"/>
            <a:ext cx="97345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BD848-6FA7-4065-9CE5-E9F15C5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JPEG, down and up resizing, and simulated screenshot acquisition.</a:t>
            </a:r>
          </a:p>
        </p:txBody>
      </p:sp>
    </p:spTree>
    <p:extLst>
      <p:ext uri="{BB962C8B-B14F-4D97-AF65-F5344CB8AC3E}">
        <p14:creationId xmlns:p14="http://schemas.microsoft.com/office/powerpoint/2010/main" val="654084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D8E33-C2E0-4BEE-89DF-E15F6673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3EC3B-C8C7-4E86-97DA-03E8F03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A working local review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2BA8B-7817-40D7-B361-B83F68C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C6B0-BCB5-4A82-B805-9A911EAE1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347bc45d0419c"/>
          <a:stretch xmlns:a="http://schemas.openxmlformats.org/drawingml/2006/main"/>
        </p:blipFill>
        <p:spPr>
          <a:xfrm xmlns:a="http://schemas.openxmlformats.org/drawingml/2006/main">
            <a:off x="3352800" y="1924050"/>
            <a:ext cx="54864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65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800DE-4A59-4D8A-9C22-06172A07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DDA1-F87A-411A-86EC-10C2F89A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Regional language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87475-A5F9-400E-88E7-7EBBE81A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Interface: English, Hindi, Marathi, Tamil and Bengali.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Hindi PDF and regional language examples are included.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Language switches preserve the current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No OCR or translation is performed.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Language specific detection accuracy remains unvalidated.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96C26-63F2-44FE-8E83-814176A9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11</a:t>
            </a:r>
          </a:p>
        </p:txBody>
      </p:sp>
    </p:spTree>
    <p:extLst>
      <p:ext uri="{BB962C8B-B14F-4D97-AF65-F5344CB8AC3E}">
        <p14:creationId xmlns:p14="http://schemas.microsoft.com/office/powerpoint/2010/main" val="1391934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3153B-BDB7-42BC-B7CA-0CC5FC5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F79AD-432F-4029-B1DF-8D284EE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Five minute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D1ED-0E9C-4DC3-95BD-36F6C06B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1. Analyse an edited English sample using CNN.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2. Compare the Transformer overlay.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3. Upload the supplied Hindi PDF.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4. Switch interface language and export the review.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5. Explain an authentic page false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40E37-8E37-4F8D-9A81-34024BE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12</a:t>
            </a:r>
          </a:p>
        </p:txBody>
      </p:sp>
    </p:spTree>
    <p:extLst>
      <p:ext uri="{BB962C8B-B14F-4D97-AF65-F5344CB8AC3E}">
        <p14:creationId xmlns:p14="http://schemas.microsoft.com/office/powerpoint/2010/main" val="12239464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8676E-791A-4A2B-B86B-3A42008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D6621-6C81-451A-9DB3-03FFE452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Verification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BE6B3-4503-46D8-837F-E02E28C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14 unit checks passed.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14 browser flows and 7 language checks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Source, trained weights, splits and metrics are supplied.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CPU model forward medians: CNN 19.70 ms; Transformer 34.65 ms.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These timings exclude application and PDF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90FF6-08FD-4E81-999A-53114C5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13</a:t>
            </a:r>
          </a:p>
        </p:txBody>
      </p:sp>
    </p:spTree>
    <p:extLst>
      <p:ext uri="{BB962C8B-B14F-4D97-AF65-F5344CB8AC3E}">
        <p14:creationId xmlns:p14="http://schemas.microsoft.com/office/powerpoint/2010/main" val="18791822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E4984-00D9-4167-9C7E-646ED59E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DOCGUARD   /   CS312B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CC502-AB92-4593-9F70-0751BE0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What the project establishes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844A7-0B6B-435A-84B3-E62A034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108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 reproducible CNN and Transformer experiment.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 complete local document review workflow.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 clear account of weak detection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Next: licensed real documents, higher resolution,</a:t>
            </a:r>
          </a:p>
          <a:p xmlns:a="http://schemas.openxmlformats.org/drawingml/2006/main">
            <a:pPr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longer training and independent calibration.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417A9-657C-4334-BE70-F178CC2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KIET Deemed to be University                                          14</a:t>
            </a:r>
          </a:p>
        </p:txBody>
      </p:sp>
    </p:spTree>
    <p:extLst>
      <p:ext uri="{BB962C8B-B14F-4D97-AF65-F5344CB8AC3E}">
        <p14:creationId xmlns:p14="http://schemas.microsoft.com/office/powerpoint/2010/main" val="717509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2026-10-26T17:03:49.4930000Z</dcterms:created>
  <dcterms:modified xsi:type="dcterms:W3CDTF">2026-10-26T17:03:49.4940000Z</dcterms:modified>
</coreProperties>
</file>